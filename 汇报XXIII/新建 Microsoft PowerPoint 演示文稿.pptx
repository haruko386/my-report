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442" autoAdjust="0"/>
  </p:normalViewPr>
  <p:slideViewPr>
    <p:cSldViewPr snapToGrid="0" showGuides="1">
      <p:cViewPr varScale="1">
        <p:scale>
          <a:sx n="111" d="100"/>
          <a:sy n="111" d="100"/>
        </p:scale>
        <p:origin x="79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7957A-A8B1-4487-9B9D-866A88ADE8B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FDD28-48E4-41FF-A07B-71DBCB28CC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88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欸卧槽了，一次训练得</a:t>
            </a:r>
            <a:r>
              <a:rPr lang="en-US" altLang="zh-CN" dirty="0"/>
              <a:t>13</a:t>
            </a:r>
            <a:r>
              <a:rPr lang="zh-CN" altLang="en-US" dirty="0"/>
              <a:t>天谁懂啊</a:t>
            </a:r>
            <a:r>
              <a:rPr lang="en-US" altLang="zh-CN" dirty="0"/>
              <a:t>\</a:t>
            </a:r>
            <a:r>
              <a:rPr lang="zh-CN" altLang="en-US" dirty="0"/>
              <a:t>😭</a:t>
            </a:r>
            <a:r>
              <a:rPr lang="en-US" altLang="zh-CN" dirty="0"/>
              <a:t>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9FDD28-48E4-41FF-A07B-71DBCB28CC0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919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9FDD28-48E4-41FF-A07B-71DBCB28CC0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983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FA0AD7-461B-71D8-3E16-564A146DF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6D25B5-32FF-311B-0000-519F6225E6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64DABD-3919-04CF-EA57-D5342A49F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FF89-3742-4F21-B905-70E0310F6B8B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901A23-AC6A-B840-1509-7E2BD002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BAE539-5C74-70D9-4C3B-BBC814F0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FCE7A-45D7-44F1-9A1D-D286D17669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61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0E93A0-FE6C-E507-44ED-F1D43FE6E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3C4381-CBCB-68D7-A9E8-7B06A77AD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F00254-950A-4A42-3B0E-9E38AE279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FF89-3742-4F21-B905-70E0310F6B8B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509952-E09D-732A-6C2E-26BACA6B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54AD9B-2B9E-A9D1-8FE4-F3C3AA95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FCE7A-45D7-44F1-9A1D-D286D17669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262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D0382-2C82-44E8-6118-E399AC530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201F5C-7803-8B6B-6A3A-3C8C29B53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6FB979-68ED-6A54-2EFA-89B12F795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FF89-3742-4F21-B905-70E0310F6B8B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5F02D7-2BBC-4A2B-079B-64B45A6E4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FE5029-590F-8AB5-8BBF-6707F25A8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FCE7A-45D7-44F1-9A1D-D286D17669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836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7A4B5-43C0-1E13-701B-B1166DBE5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67F755-CDE9-4F06-EF8B-0C75CA7215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DF638D-2F74-FB83-2D66-0D930949D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DFFB24-8F29-F8B4-109C-F35F219ED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FF89-3742-4F21-B905-70E0310F6B8B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9D98F6-C52D-A426-4472-6359C8F0A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E2F245-ACB3-EC5F-0EE5-868E63417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FCE7A-45D7-44F1-9A1D-D286D17669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631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B80F1-868A-53FF-65E7-E261DE008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8A0FC3-E621-C512-BA70-D8F20708E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1F2AF2-D17A-398A-BC5E-DE40715F1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2EA132C-67CE-96C6-2DB7-9A1E8FC5A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DB340B1-8A30-F56D-FF32-C4CA02E50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27652F-47E1-9B9F-DD38-910B9BC4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FF89-3742-4F21-B905-70E0310F6B8B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AC2B7B-FC76-B224-622E-10CB0F16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DB7491-61C1-6E3C-C894-EB62E0C4C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FCE7A-45D7-44F1-9A1D-D286D17669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336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715243-E815-7F07-EC7F-BAAE16F2B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7D2BEF-6812-C5F5-B085-C20112108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FF89-3742-4F21-B905-70E0310F6B8B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D6B7F2-5650-128E-091E-D73A74557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BE69C5-D8C4-4D06-25ED-6DE71D7A2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FCE7A-45D7-44F1-9A1D-D286D17669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150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D10AB83-F198-CA4D-3451-CC367D63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FF89-3742-4F21-B905-70E0310F6B8B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960C85A-8EAA-4B71-FAFE-30DECCA5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368099-BDE1-ABB6-5292-092D52B0B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FCE7A-45D7-44F1-9A1D-D286D17669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291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5082E-CFA7-F443-A7E4-E58069EAC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8D7C1A-E008-A0CD-0000-6D009DF1A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4FE0D6-032C-EC37-2B5F-EC7DF5449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E2704D-0A6D-E75F-6845-85E201FEC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FF89-3742-4F21-B905-70E0310F6B8B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EEF307-32A5-3D70-E97D-A7E9B6D1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BE80A8-9A98-CD27-492F-0B13F8E3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FCE7A-45D7-44F1-9A1D-D286D17669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822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37460A-83B7-476B-8DB9-DF31D56A8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B659079-938E-840A-3D80-09B6A78FE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5DF882-6769-A40C-7949-BA577DC75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A6806F-7051-9292-96CF-DC3494598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FF89-3742-4F21-B905-70E0310F6B8B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F0E720-2EB3-92E0-6A10-EF7E340A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244CB6-C002-0E2C-FD5E-336805189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FCE7A-45D7-44F1-9A1D-D286D17669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215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2422C9-F667-3A6C-2722-EFA73F4D8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BA29DF-79AF-9D8A-C5AA-F8DB4DC9F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745BBC-56A3-89EA-5A9A-61A2DFE5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FF89-3742-4F21-B905-70E0310F6B8B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F43DC6-F07D-AA4B-0D15-50AEF5314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0A44B5-2EB4-FDE1-04E0-792D2133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FCE7A-45D7-44F1-9A1D-D286D17669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743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D3326E6-90E6-5B96-52B7-BD4A5C4E5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7DE985-28B6-AD77-4892-C3BBBA232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6AFB71-7F60-7B6E-B4F6-6B5C57C4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FF89-3742-4F21-B905-70E0310F6B8B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8254-5B34-F379-5678-88F13D309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DEB6B6-1009-65B0-2EEF-28863C17E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FCE7A-45D7-44F1-9A1D-D286D17669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64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087624-E637-0DD5-A17B-419F4DF70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288823-4932-F889-C0DE-2E37F03AD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57F133-C452-10A0-9B97-8CD4C1C480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0FF89-3742-4F21-B905-70E0310F6B8B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81FC21-5C1D-45F5-6544-21BB12E231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16CF48-85C2-C9F3-0EA4-8CCA733D9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FCE7A-45D7-44F1-9A1D-D286D17669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6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Haruko386@outlook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andb.ai/jw34617-shenyang-jianzhu-university/marigold/runs/vhifgqg7?nw=nwuserjw34617" TargetMode="External"/><Relationship Id="rId5" Type="http://schemas.openxmlformats.org/officeDocument/2006/relationships/image" Target="../media/image4.gif"/><Relationship Id="rId4" Type="http://schemas.openxmlformats.org/officeDocument/2006/relationships/hyperlink" Target="https://github.com/Haruko38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6961CE-E038-45D2-D6D4-F8106D2666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工作汇报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20C595-3793-8315-1BFE-5AD57C69BB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754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5F033747-38C2-C1AD-BEB1-42DCD79B9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685" y="307814"/>
            <a:ext cx="9328629" cy="624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1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2926BB3-52C0-2D28-859B-5D932E3DF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498" y="1663609"/>
            <a:ext cx="7849003" cy="353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09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CE0E50B-7ABD-02D2-555F-5B6DE8A46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1643"/>
            <a:ext cx="12192000" cy="521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28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707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598F6-5817-1BC2-354A-B7A62B2C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A43FDD26-A481-DD2D-92EE-A6851D30CE7B}"/>
              </a:ext>
            </a:extLst>
          </p:cNvPr>
          <p:cNvSpPr txBox="1"/>
          <p:nvPr/>
        </p:nvSpPr>
        <p:spPr>
          <a:xfrm>
            <a:off x="571601" y="390855"/>
            <a:ext cx="15265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/>
                <a:cs typeface="Calibri"/>
              </a:rPr>
              <a:t>The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lang="en-US" sz="3600" spc="-15" dirty="0">
                <a:latin typeface="Calibri"/>
                <a:cs typeface="Calibri"/>
              </a:rPr>
              <a:t>e</a:t>
            </a:r>
            <a:r>
              <a:rPr sz="3600" spc="-25" dirty="0">
                <a:latin typeface="Calibri"/>
                <a:cs typeface="Calibri"/>
              </a:rPr>
              <a:t>nd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087893-9C4B-2702-674F-3D00AB97B935}"/>
              </a:ext>
            </a:extLst>
          </p:cNvPr>
          <p:cNvSpPr txBox="1"/>
          <p:nvPr/>
        </p:nvSpPr>
        <p:spPr>
          <a:xfrm>
            <a:off x="703943" y="984600"/>
            <a:ext cx="1836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Reference: </a:t>
            </a:r>
            <a:endParaRPr lang="zh-CN" altLang="en-US" sz="24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4EAEA9-C2F4-6717-0D76-D7ABF547A0DC}"/>
              </a:ext>
            </a:extLst>
          </p:cNvPr>
          <p:cNvSpPr txBox="1"/>
          <p:nvPr/>
        </p:nvSpPr>
        <p:spPr>
          <a:xfrm>
            <a:off x="849085" y="1446265"/>
            <a:ext cx="112485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altLang="zh-C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 B, Obukhov A, Huang S, et al. Repurposing diffusion-based image generators for monocular depth estimation[C]//Proceedings of the IEEE/CVF Conference on Computer Vision and Pattern Recognition. 2024: 9492-9502.Duan Y, Guo X, Zhu Z. </a:t>
            </a:r>
          </a:p>
          <a:p>
            <a:pPr marL="400050" indent="-400050">
              <a:buFont typeface="+mj-lt"/>
              <a:buAutoNum type="romanUcPeriod"/>
            </a:pPr>
            <a:r>
              <a:rPr lang="en-US" altLang="zh-C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Rombach R, </a:t>
            </a:r>
            <a:r>
              <a:rPr lang="en-US" altLang="zh-CN" sz="16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Blattmann</a:t>
            </a:r>
            <a:r>
              <a:rPr lang="en-US" altLang="zh-C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Lorenz D, et al. High-resolution image synthesis with latent diffusion models[C]//Proceedings of the IEEE/CVF conference on computer vision and pattern recognition. </a:t>
            </a:r>
            <a:r>
              <a:rPr lang="zh-CN" alt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2022: 10684-10695.</a:t>
            </a:r>
          </a:p>
          <a:p>
            <a:pPr marL="400050" indent="-400050">
              <a:buFont typeface="+mj-lt"/>
              <a:buAutoNum type="romanUcPeriod"/>
            </a:pPr>
            <a:r>
              <a:rPr lang="en-US" altLang="zh-C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Peebles W, Xie S. Scalable diffusion models with transformers[C]//Proceedings of the IEEE/CVF international conference on computer vision. 2023: 4195-4205.</a:t>
            </a:r>
          </a:p>
          <a:p>
            <a:pPr marL="400050" indent="-400050">
              <a:buFont typeface="+mj-lt"/>
              <a:buAutoNum type="romanUcPeriod"/>
            </a:pPr>
            <a:r>
              <a:rPr lang="en-US" altLang="zh-C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 J, Jain A, </a:t>
            </a:r>
            <a:r>
              <a:rPr lang="en-US" altLang="zh-CN" sz="16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Abbeel</a:t>
            </a:r>
            <a:r>
              <a:rPr lang="en-US" altLang="zh-C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P. Denoising diffusion probabilistic models[J]. Advances in neural information processing systems, 2020, 33: 6840-6851.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5316BC7-F621-8640-C8CD-9AD167B7CAF8}"/>
              </a:ext>
            </a:extLst>
          </p:cNvPr>
          <p:cNvSpPr txBox="1"/>
          <p:nvPr/>
        </p:nvSpPr>
        <p:spPr>
          <a:xfrm>
            <a:off x="703943" y="3428998"/>
            <a:ext cx="1836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Contact:</a:t>
            </a:r>
            <a:endParaRPr lang="zh-CN" altLang="en-US" sz="24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D3DB29-2FD3-2385-9D31-C69E167E0E7B}"/>
              </a:ext>
            </a:extLst>
          </p:cNvPr>
          <p:cNvSpPr txBox="1"/>
          <p:nvPr/>
        </p:nvSpPr>
        <p:spPr>
          <a:xfrm>
            <a:off x="849085" y="3888241"/>
            <a:ext cx="5842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E-mail: </a:t>
            </a:r>
            <a:r>
              <a:rPr lang="en-US" altLang="zh-CN" spc="-1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Haruko386@outlook.com</a:t>
            </a:r>
            <a:endParaRPr lang="en-US" altLang="zh-CN" spc="-10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altLang="zh-C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en-US" altLang="zh-CN" spc="-1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github.com/Haruko386</a:t>
            </a:r>
            <a:endParaRPr lang="en-US" altLang="zh-CN" spc="-10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7440F566-AED8-A947-51A1-4C70A9156B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691" y="3657410"/>
            <a:ext cx="2711751" cy="203381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6DCCF1A-4BB5-9DC8-EAD6-65F78C665E9E}"/>
              </a:ext>
            </a:extLst>
          </p:cNvPr>
          <p:cNvSpPr txBox="1"/>
          <p:nvPr/>
        </p:nvSpPr>
        <p:spPr>
          <a:xfrm>
            <a:off x="703943" y="4580738"/>
            <a:ext cx="4468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Training live show:</a:t>
            </a:r>
            <a:endParaRPr lang="zh-CN" altLang="en-US" sz="24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B9E445-8C2D-6B7E-637E-681AC19A54C7}"/>
              </a:ext>
            </a:extLst>
          </p:cNvPr>
          <p:cNvSpPr txBox="1"/>
          <p:nvPr/>
        </p:nvSpPr>
        <p:spPr>
          <a:xfrm>
            <a:off x="849085" y="5042403"/>
            <a:ext cx="5842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Wandb</a:t>
            </a:r>
            <a:r>
              <a:rPr lang="en-US" altLang="zh-C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pc="-1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  <a:hlinkClick r:id="rId6"/>
              </a:rPr>
              <a:t>https://wandb.ai/jw34617-shenyang-jianzhu-university/marigold/runs/vhifgqg7?nw=nwuserjw34617</a:t>
            </a:r>
            <a:endParaRPr lang="en-US" altLang="zh-CN" spc="-10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47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215</Words>
  <Application>Microsoft Office PowerPoint</Application>
  <PresentationFormat>宽屏</PresentationFormat>
  <Paragraphs>15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Calibri</vt:lpstr>
      <vt:lpstr>Times New Roman</vt:lpstr>
      <vt:lpstr>Office 主题​​</vt:lpstr>
      <vt:lpstr>工作汇报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Haruko386 Hare</dc:creator>
  <cp:lastModifiedBy>Haruko386 Hare</cp:lastModifiedBy>
  <cp:revision>1</cp:revision>
  <dcterms:created xsi:type="dcterms:W3CDTF">2025-12-02T03:59:20Z</dcterms:created>
  <dcterms:modified xsi:type="dcterms:W3CDTF">2025-12-02T04:06:16Z</dcterms:modified>
</cp:coreProperties>
</file>