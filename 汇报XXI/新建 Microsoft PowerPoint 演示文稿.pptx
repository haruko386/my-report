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922" y="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B1DEFD-5C0C-9810-9F69-7A7C732FD0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BE1D4FD-5147-F0EB-AFC8-8951679325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A457C7-E47F-0881-75B5-6BDE9D308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63219-67FF-4170-ACBA-D3C7721F972B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48A88E-974C-FC5B-2F8C-EADC7D08C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03B87F-C339-142C-E7B7-8C370CD1F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5B15C-5827-4532-BA21-B56F712BCB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4830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A94230-1970-E61F-7F7D-7DF6419DF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E10484-6589-2D0E-276E-1148CFE39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1032C0-7163-B147-9CAB-4F75F6E4F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63219-67FF-4170-ACBA-D3C7721F972B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2DE6D5-307F-C23E-F137-39326A626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E4AF36-86B4-7A01-34DD-28DE22D10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5B15C-5827-4532-BA21-B56F712BCB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942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BA069D-9E9A-3C23-41DA-D2EB2CD42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E32F659-B78A-FED8-2F55-51A1CA5267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9BF486-1571-7C85-2D0D-46CB19CD7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63219-67FF-4170-ACBA-D3C7721F972B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403840-83BB-0F9A-FB62-1ACCB0F4A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8D54E0-6A27-19A9-7A8E-15107C92D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5B15C-5827-4532-BA21-B56F712BCB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3349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DF6B10-C0BA-D7EB-D79F-EE22AB8A5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514985-C7AE-8E41-F3DF-11F0BEB7B7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C981234-F907-2686-357C-B24D5D165B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93F9EB-1ED9-0F47-F9D3-B35329766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63219-67FF-4170-ACBA-D3C7721F972B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78DC77-FFE7-6052-EDF4-F5CBD8CF3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80C8A2-838F-EB9A-32D7-2517CF323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5B15C-5827-4532-BA21-B56F712BCB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0984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13993D-6005-8914-07CB-CEEA9F8CB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39E4A4-D81B-E1E6-9F92-AB927EB88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CEA6DF6-AFFA-B203-0471-78A3B6619E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44CDE0B-284E-EB57-481A-7333502405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E3B58F6-5EB0-A11A-E43F-088E9EC6B0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B08BFFE-E61A-E241-7BD2-058101193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63219-67FF-4170-ACBA-D3C7721F972B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DBEF54C-A645-C157-89BE-4BBD37F61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4F9F9F7-DAD4-F55D-DF35-494027B54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5B15C-5827-4532-BA21-B56F712BCB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3153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DD1EA7-80F2-074B-470C-B57166484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B8A0AED-DE7D-C130-66C7-3A3E3749E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63219-67FF-4170-ACBA-D3C7721F972B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69FD172-D4EA-5674-71F3-72E0BB207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3B12EC2-9BCF-4114-AA6A-EB45D8C2A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5B15C-5827-4532-BA21-B56F712BCB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8729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0347D30-D4F3-CD97-41D4-FA52F4AE0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63219-67FF-4170-ACBA-D3C7721F972B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C3B1FD4-3F5F-E1BC-5C19-CCC3C6431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64DF0D-3CD6-68F0-EF72-027C1440C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5B15C-5827-4532-BA21-B56F712BCB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872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45B09F-CEF8-507C-1CAB-A6B090940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9F5A04-B43C-51FA-F62D-4C2761C17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6D8C027-41B7-D10B-2173-73C25BEA94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B217F79-BFB3-AEE5-2051-B15986AA0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63219-67FF-4170-ACBA-D3C7721F972B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B26772-EE68-3AF1-C854-0DC22D8A2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037F06C-8CCE-5DAE-F64C-0B84C6AA2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5B15C-5827-4532-BA21-B56F712BCB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4226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B55C81-09CA-BA89-1AAE-B27FEED84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5CE71C0-4C7E-53BA-4800-F758493ABA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F7633D-427D-6124-CA9A-CEED84419F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F8650D5-5654-5CAB-9717-C2D481639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63219-67FF-4170-ACBA-D3C7721F972B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A52667-D70F-BE78-7AAB-80A000F9B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2A479B1-F2D6-3A4E-943A-DA6AFD7DE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5B15C-5827-4532-BA21-B56F712BCB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524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5C5AC6-2DCA-91C7-D9AF-1C9CD08E3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1BCC5B9-D751-0E53-9E98-D0CE156C9B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55060C-D32D-CB68-EB77-DB86C1E2D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63219-67FF-4170-ACBA-D3C7721F972B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FDB529-BE47-7E13-3E48-BE842A7F3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C010FF-F629-6096-A666-2752CBE43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5B15C-5827-4532-BA21-B56F712BCB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677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2778CE7-C4A5-9123-6069-8ECBFF32C3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AEBDCB3-C6C9-362F-768B-79C6A930F6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64F3C8-6375-7AE9-1CD6-15DE6AA3E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63219-67FF-4170-ACBA-D3C7721F972B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AC42AE-5C55-60BC-FAA2-F52947728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741651-BD58-4DCB-1394-864A588F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5B15C-5827-4532-BA21-B56F712BCB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319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48E7BC3-E561-ED30-779C-8987455A0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63D950-AB3A-3686-19E7-EFFCF9CCE8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B49072-17DE-FB00-04E4-693403E562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463219-67FF-4170-ACBA-D3C7721F972B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E30980-C161-1194-F7A7-A5DF5AD488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786D44-1F33-26A2-A8E3-446467692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B5B15C-5827-4532-BA21-B56F712BCB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1241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2954A0-B1E7-952B-8F51-7A86E86E3E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近期工作汇报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E562315-6753-0663-1302-7BE14D6485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双击以添加副标题</a:t>
            </a:r>
          </a:p>
        </p:txBody>
      </p:sp>
    </p:spTree>
    <p:extLst>
      <p:ext uri="{BB962C8B-B14F-4D97-AF65-F5344CB8AC3E}">
        <p14:creationId xmlns:p14="http://schemas.microsoft.com/office/powerpoint/2010/main" val="814381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A43396-CE49-FE9D-10BB-E82E62346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改进思路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8D1E36-7AB1-5C98-0CAB-226848DE9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由于对扩散模型的框架进行的大部分改进都会导致深度错误，因此我的改进思路转为对于训练策略进行修改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546E0F1-783F-00EF-9DDC-0053C0C61F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4307" y="2735817"/>
            <a:ext cx="2682063" cy="357608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A1C7CA2-8E87-305D-33CF-F0C2792E67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9145" y="2735817"/>
            <a:ext cx="2682063" cy="357608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CA1E06E-A6C0-B94D-D49C-FD3690F33A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3478" y="2735817"/>
            <a:ext cx="2682063" cy="3576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262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B6F207-2DB6-8713-E71D-D07FFBA4F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两阶段的训练方式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394F33-302E-CBB7-53C2-989D3A20C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受</a:t>
            </a:r>
            <a:r>
              <a:rPr lang="en-US" altLang="zh-CN" dirty="0" err="1"/>
              <a:t>DepthMaster</a:t>
            </a:r>
            <a:r>
              <a:rPr lang="zh-CN" altLang="en-US" dirty="0"/>
              <a:t>启发，我提出一种两阶段的训练方式，一阶段采取</a:t>
            </a:r>
            <a:r>
              <a:rPr lang="en-US" altLang="zh-CN" dirty="0"/>
              <a:t>MSE</a:t>
            </a:r>
            <a:r>
              <a:rPr lang="zh-CN" altLang="en-US" dirty="0"/>
              <a:t>损失学习全局结构，二阶段采用我们提出的潜空间损失函数进行细节部分的学习</a:t>
            </a:r>
          </a:p>
        </p:txBody>
      </p:sp>
    </p:spTree>
    <p:extLst>
      <p:ext uri="{BB962C8B-B14F-4D97-AF65-F5344CB8AC3E}">
        <p14:creationId xmlns:p14="http://schemas.microsoft.com/office/powerpoint/2010/main" val="2248491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9B42C8-44F6-949A-CD32-A5EEA3AB7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潜空间损失函数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FAD09F-AC21-6396-D78C-DBF5C3CB0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1603375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受限于显存容量，我们的损失只能够在潜空间内进行，而无法从深度图本体的细节进行。由此我们提出使用傅里叶快速变换将深度图转到频域内，然后通过一个高通滤波提取高频信息，也就是对应图像的高频细节；再与</a:t>
            </a:r>
            <a:r>
              <a:rPr lang="en-US" altLang="zh-CN" dirty="0"/>
              <a:t>GT</a:t>
            </a:r>
            <a:r>
              <a:rPr lang="zh-CN" altLang="en-US" dirty="0"/>
              <a:t>作损失。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B31BD74-CD74-5794-C1AE-CB8136E29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0" y="3429000"/>
            <a:ext cx="5080000" cy="2228851"/>
          </a:xfrm>
          <a:prstGeom prst="rect">
            <a:avLst/>
          </a:prstGeom>
          <a:ln w="19050">
            <a:solidFill>
              <a:schemeClr val="tx1"/>
            </a:solidFill>
            <a:prstDash val="dashDot"/>
          </a:ln>
        </p:spPr>
      </p:pic>
    </p:spTree>
    <p:extLst>
      <p:ext uri="{BB962C8B-B14F-4D97-AF65-F5344CB8AC3E}">
        <p14:creationId xmlns:p14="http://schemas.microsoft.com/office/powerpoint/2010/main" val="769271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DBEE5-19A0-0646-9BB4-51A324A6C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752FCB-7A1C-97F5-6AE6-07172A332C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结束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5A9A795-A49F-AFAF-98C8-398F3C9896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双击以添加副标题</a:t>
            </a:r>
          </a:p>
        </p:txBody>
      </p:sp>
    </p:spTree>
    <p:extLst>
      <p:ext uri="{BB962C8B-B14F-4D97-AF65-F5344CB8AC3E}">
        <p14:creationId xmlns:p14="http://schemas.microsoft.com/office/powerpoint/2010/main" val="1954773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</TotalTime>
  <Words>153</Words>
  <Application>Microsoft Office PowerPoint</Application>
  <PresentationFormat>宽屏</PresentationFormat>
  <Paragraphs>10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近期工作汇报</vt:lpstr>
      <vt:lpstr>改进思路</vt:lpstr>
      <vt:lpstr>两阶段的训练方式</vt:lpstr>
      <vt:lpstr>潜空间损失函数</vt:lpstr>
      <vt:lpstr>结束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Haruko386 Hare</dc:creator>
  <cp:lastModifiedBy>Haruko386 Hare</cp:lastModifiedBy>
  <cp:revision>3</cp:revision>
  <dcterms:created xsi:type="dcterms:W3CDTF">2025-11-12T06:33:28Z</dcterms:created>
  <dcterms:modified xsi:type="dcterms:W3CDTF">2025-11-12T06:50:20Z</dcterms:modified>
</cp:coreProperties>
</file>